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59" r:id="rId3"/>
    <p:sldId id="260" r:id="rId4"/>
    <p:sldId id="267" r:id="rId5"/>
    <p:sldId id="261" r:id="rId6"/>
    <p:sldId id="264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2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F6D76-564D-44E3-8FF1-340E11620CC5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684F4-65BE-4458-A009-14AB61E8D8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7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886112-0F96-3892-0498-9FD970A7D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EB9AA-A327-C785-D071-A7CECB4E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233" y="6356350"/>
            <a:ext cx="1290851" cy="365125"/>
          </a:xfrm>
        </p:spPr>
        <p:txBody>
          <a:bodyPr/>
          <a:lstStyle/>
          <a:p>
            <a:fld id="{CBD6940D-3C9F-4D46-8911-4D26D800F40B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E5F2D-5B9A-5BFF-77FA-C4909258A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0012" y="9167932"/>
            <a:ext cx="4114800" cy="229275"/>
          </a:xfrm>
        </p:spPr>
        <p:txBody>
          <a:bodyPr/>
          <a:lstStyle/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7DCBA-007B-110B-03E4-B245BB3C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2298" y="6356350"/>
            <a:ext cx="981501" cy="365125"/>
          </a:xfrm>
        </p:spPr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F2510D29-BE40-8363-FC4D-719FFA87BA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978" y="5411545"/>
            <a:ext cx="3808426" cy="144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790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5B85-FEE8-C0B4-B967-9090BBA9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87388" y="-2093912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77206-3E2B-4823-E16D-E9B512E71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90E7C-3AE3-0B4A-4B47-6F4233D8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A7482-0FA0-4ACC-9F0E-F681B72388BA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E79A2-332D-333E-FFDC-716D7113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E3BAB-ADA0-9B87-DADC-8B11F7BF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2A51375-EF86-FA8F-D66D-1D187B714C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057" y="5909528"/>
            <a:ext cx="3871343" cy="9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920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58F9-0A8D-BE34-6931-192CE21BE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BE261-D9A3-978D-99E3-967BE0B3C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DE19B-89C3-0379-82A0-888F52DC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CE228-DAB8-41AE-88CF-615694F66736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78387-5B84-CE8A-B81E-F88EEE2C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B34F-9FB8-CFAF-6B7E-808B15D3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32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6254-931C-B769-CA40-6F1BA9DD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E7B32-EAC3-FF81-01A9-CD040CEEB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1B6A08-9945-856D-6745-1C8B08485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90ABE-B074-C0E9-8AAB-1E856A8A8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AEE5-0A3F-4FA8-A850-1391F40FEC9B}" type="datetime1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0DA18-5FBF-CC3D-C96B-5C2E5042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7C00E-272E-6884-C638-58C0360B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84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3C32-A4F8-10ED-6E6A-A5BB2BC1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EC711-689D-524F-36EA-0DE19C50C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812C4-B2A2-9357-9875-987B439F1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C0A2E3-51A2-44E8-A63A-E0AC8E910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A2FEE-90D7-909A-FEE2-090C83321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BB239-238D-2D56-FEC5-E883D9722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DC981-54F6-49A9-B671-8813A0F1282D}" type="datetime1">
              <a:rPr lang="en-GB" smtClean="0"/>
              <a:t>24/08/2026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A8679-B154-6FC2-FF09-3A7A4B59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83D1B-B68E-41A1-CE66-5D9B5226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23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589B-73B7-AF60-BFC7-E866360E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EBA7B-7283-4468-ED37-27995776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FB3D8-0B0C-48F5-96A7-90DC07D7F402}" type="datetime1">
              <a:rPr lang="en-GB" smtClean="0"/>
              <a:t>24/08/2026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CF886-1CE1-F2CF-ADE8-E370D5EF0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38503-E84C-9F60-0CDF-4408A34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93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A013B-3345-EDF8-2EE2-F2AA1F96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4694-D9D6-4228-8F53-77DC1C4B512D}" type="datetime1">
              <a:rPr lang="en-GB" smtClean="0"/>
              <a:t>24/08/2026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C4AD43-F88D-BC11-16C6-7BAEFD64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41910-150A-C0B5-5221-C0EE5F92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8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8590-FB4D-0A69-B405-5D158185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D1D2-654F-5DB4-D0B6-B3DAACDB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A97D4-FC3B-318C-30B4-90B1630BE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FA3BF-2E25-0535-1FB7-478CCDEC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446D-0213-4038-920E-779BDBF63482}" type="datetime1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071A2-6D17-C18E-3252-152819269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DDD57-6464-612C-67DA-33350215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71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C739-448E-378E-B741-38CC5AF6E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C1394-826F-F57E-10C3-3ADA26B25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2B5A6-2ACB-7EAB-7EB0-D6771EFC9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B9A63-77DD-C896-E04B-EE5E14D91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372C-505B-469E-A7DC-C0CC2EB43E2D}" type="datetime1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C9C9F-7D9E-6D51-13D0-89BEBE2B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D80D0-A5A8-47A6-6CD2-81ECE38B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0784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363D-B4AC-5592-9947-A6AA0CD6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3BB46-9484-5896-7A1A-F46F6E341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9625-44EC-365B-2B9B-C5E052585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51DB-B514-4A9C-B465-D7BBFEC77155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8E180-DB30-7E56-63DE-056EA2EBF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C9077-B43E-0F43-EDE2-528A58A0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4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C96098-CD8A-6326-15E1-0B2F864EE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45570-CB1E-2B0E-5E73-A2C5E6988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4E8F9-7A56-2BEE-F403-9CC840B45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115BA-9947-4D2B-86AE-F48A87C4C572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5E1F0-623C-6445-3A5C-2DC84739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30A1-4301-E46E-C542-078530C6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1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13F23-81ED-3BB4-C887-366703D0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D252D-5722-6821-74CB-4E3CA45D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A0227-A053-BB11-F00D-38F913A05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7C770F-AB3C-497F-9809-EA73C33463B8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34D88-46AD-4D5B-07BF-812CC15FD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8B06C-A2F5-C464-38CD-A51262ED5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93D1E-A6E2-40BF-A6D2-325275A3A8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62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7A27-A92D-6BD8-CD95-84D87287C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44" y="136525"/>
            <a:ext cx="10515600" cy="1325563"/>
          </a:xfrm>
        </p:spPr>
        <p:txBody>
          <a:bodyPr/>
          <a:lstStyle/>
          <a:p>
            <a:r>
              <a:rPr lang="en-GB" dirty="0"/>
              <a:t>Project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328CE-0AAC-8018-EE56-0BA804B99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6852"/>
            <a:ext cx="10896600" cy="4820111"/>
          </a:xfrm>
        </p:spPr>
        <p:txBody>
          <a:bodyPr/>
          <a:lstStyle/>
          <a:p>
            <a:br>
              <a:rPr lang="en-GB" dirty="0"/>
            </a:br>
            <a:r>
              <a:rPr lang="en-GB" dirty="0"/>
              <a:t>Team Members (Name &amp; Register Number, Department )</a:t>
            </a:r>
          </a:p>
          <a:p>
            <a:r>
              <a:rPr lang="en-GB" dirty="0"/>
              <a:t>Guide Name</a:t>
            </a:r>
          </a:p>
          <a:p>
            <a:r>
              <a:rPr lang="en-GB" dirty="0"/>
              <a:t> 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AF4D8-B866-6F67-0355-8D0403EF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CACC-C818-4E02-9ECE-C31ABD83BEC7}" type="datetime1">
              <a:rPr lang="en-GB" smtClean="0"/>
              <a:t>24/08/2026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A7127-BE7F-7476-C081-0FD7865C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5518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A379F-32CF-854B-B82F-6D689F25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C817-445C-60BC-5606-0CFC8E275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Brief description of the problem you're addressing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Why is it important?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1ABCE-4DF4-8B1E-4E59-E29A66FC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74425-2C69-4C43-86DB-8D50EF156A64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CA7CC-CF01-7778-C63D-A1E96CDAB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7350-C317-88DC-246F-C9EE1DD2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2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39E2496-76F7-930B-754E-423F33C20599}"/>
              </a:ext>
            </a:extLst>
          </p:cNvPr>
          <p:cNvSpPr txBox="1">
            <a:spLocks/>
          </p:cNvSpPr>
          <p:nvPr/>
        </p:nvSpPr>
        <p:spPr>
          <a:xfrm>
            <a:off x="318044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93651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1C648-89C0-D4E0-7006-89DD20BA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783A-43A0-E8E6-031D-563117B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 &amp; Scopes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AE31A-4AAA-9677-32E4-DA0AEFBDF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dirty="0">
                <a:latin typeface="Arial" panose="020B0604020202020204" pitchFamily="34" charset="0"/>
              </a:rPr>
              <a:t>List 3–5 main objectives of the project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GB" altLang="en-US" dirty="0">
                <a:latin typeface="Arial" panose="020B0604020202020204" pitchFamily="34" charset="0"/>
              </a:rPr>
              <a:t>What do you aim to achieve?</a:t>
            </a:r>
            <a:br>
              <a:rPr lang="en-GB" altLang="en-US" dirty="0">
                <a:latin typeface="Arial" panose="020B0604020202020204" pitchFamily="34" charset="0"/>
              </a:rPr>
            </a:br>
            <a:r>
              <a:rPr lang="en-GB" altLang="en-US" dirty="0">
                <a:latin typeface="Arial" panose="020B0604020202020204" pitchFamily="34" charset="0"/>
              </a:rPr>
              <a:t>End user/Target User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42A0D-B8C3-1AF4-E8E0-76C9FDC5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12F0-5D3E-41E5-99AA-CD4900757DAD}" type="datetime1">
              <a:rPr lang="en-GB" smtClean="0"/>
              <a:t>24/08/2026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0DD86-3727-4293-B23D-8CBAFBF6E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3</a:t>
            </a:fld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378D2B-4AF3-DB29-1112-ADDABC66169E}"/>
              </a:ext>
            </a:extLst>
          </p:cNvPr>
          <p:cNvSpPr txBox="1">
            <a:spLocks/>
          </p:cNvSpPr>
          <p:nvPr/>
        </p:nvSpPr>
        <p:spPr>
          <a:xfrm>
            <a:off x="318044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Objective and Scope </a:t>
            </a:r>
          </a:p>
        </p:txBody>
      </p:sp>
    </p:spTree>
    <p:extLst>
      <p:ext uri="{BB962C8B-B14F-4D97-AF65-F5344CB8AC3E}">
        <p14:creationId xmlns:p14="http://schemas.microsoft.com/office/powerpoint/2010/main" val="1276723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2A5B-8DD6-8F6B-CE8C-22FBE0EB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30BFE-D44B-B454-28F2-95FAAD5CF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45" y="1203960"/>
            <a:ext cx="10515600" cy="4609466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/>
              <a:t>Domain &amp; Cohort Name</a:t>
            </a:r>
          </a:p>
          <a:p>
            <a:r>
              <a:rPr lang="en-GB" dirty="0"/>
              <a:t>Mention the domain clearly (e.g., Healthcare, E-commerce, IoT, Education Technology, Cybersecurity, etc.)</a:t>
            </a:r>
          </a:p>
          <a:p>
            <a:r>
              <a:rPr lang="en-GB" b="1" dirty="0"/>
              <a:t>Domain Overview</a:t>
            </a:r>
          </a:p>
          <a:p>
            <a:r>
              <a:rPr lang="en-GB" dirty="0"/>
              <a:t>A brief explanation of the domain</a:t>
            </a:r>
          </a:p>
          <a:p>
            <a:r>
              <a:rPr lang="en-GB" dirty="0"/>
              <a:t>Define key concepts, terminologies, or processes</a:t>
            </a:r>
          </a:p>
          <a:p>
            <a:r>
              <a:rPr lang="en-GB" b="1" dirty="0"/>
              <a:t>Current Trends / Technologies</a:t>
            </a:r>
          </a:p>
          <a:p>
            <a:r>
              <a:rPr lang="en-GB" dirty="0"/>
              <a:t>Emerging tools, frameworks, or methods used in the domain</a:t>
            </a:r>
          </a:p>
          <a:p>
            <a:r>
              <a:rPr lang="en-GB" b="1" dirty="0"/>
              <a:t>Real-world Applications</a:t>
            </a:r>
          </a:p>
          <a:p>
            <a:r>
              <a:rPr lang="en-GB" dirty="0"/>
              <a:t>Real companies/systems working in this domain</a:t>
            </a:r>
          </a:p>
          <a:p>
            <a:r>
              <a:rPr lang="en-GB" dirty="0"/>
              <a:t>Examples of successful domain-based solutions</a:t>
            </a:r>
          </a:p>
          <a:p>
            <a:r>
              <a:rPr lang="en-GB" b="1" dirty="0"/>
              <a:t>Relevance to the Project</a:t>
            </a:r>
          </a:p>
          <a:p>
            <a:r>
              <a:rPr lang="en-GB" dirty="0"/>
              <a:t> How your project fits into this domain</a:t>
            </a:r>
          </a:p>
          <a:p>
            <a:r>
              <a:rPr lang="en-GB" dirty="0"/>
              <a:t>What problem are you solving in this space?.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DA365-01CD-D1C8-61F2-FF0D54B5E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A7482-0FA0-4ACC-9F0E-F681B72388BA}" type="datetime1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1755F-C1F8-61D3-0879-12F98458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Project 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67CF8-187B-D2DA-94FD-6257FC7E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4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A1B634-D423-63BD-8673-1060DFCC9262}"/>
              </a:ext>
            </a:extLst>
          </p:cNvPr>
          <p:cNvSpPr txBox="1">
            <a:spLocks/>
          </p:cNvSpPr>
          <p:nvPr/>
        </p:nvSpPr>
        <p:spPr>
          <a:xfrm>
            <a:off x="318044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Domain/Cohort Knowledge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4440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2C914-A843-69CE-A444-02E98884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22ED-C5A1-1221-E914-DF25B26E5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94D1A-E637-631C-8458-8C08C965C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7" y="1462088"/>
            <a:ext cx="10867103" cy="4714875"/>
          </a:xfrm>
        </p:spPr>
        <p:txBody>
          <a:bodyPr/>
          <a:lstStyle/>
          <a:p>
            <a:r>
              <a:rPr lang="en-GB" dirty="0"/>
              <a:t>Summary of 10–15 similar works or systems</a:t>
            </a:r>
          </a:p>
          <a:p>
            <a:r>
              <a:rPr lang="en-GB" dirty="0"/>
              <a:t>What are the gaps or improvements you propose?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86FF2-ADFE-FE5A-186B-2D73A6C6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F919-E710-4E7F-934B-18B9F768C86D}" type="datetime1">
              <a:rPr lang="en-GB" smtClean="0"/>
              <a:t>24/08/2026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8C221-E850-1E1E-91DB-07F2687AA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5</a:t>
            </a:fld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681C955-DF0C-0C3B-63CF-AE5B7DE59A10}"/>
              </a:ext>
            </a:extLst>
          </p:cNvPr>
          <p:cNvSpPr txBox="1">
            <a:spLocks/>
          </p:cNvSpPr>
          <p:nvPr/>
        </p:nvSpPr>
        <p:spPr>
          <a:xfrm>
            <a:off x="318044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Literature Survey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485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077F8-9C7B-0488-1580-76C203DE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3720-C86F-21E1-5F97-E05AC286B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Plan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3483-E04A-5B6F-E5EA-947E8D948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44" y="1462088"/>
            <a:ext cx="11035756" cy="4714875"/>
          </a:xfrm>
        </p:spPr>
        <p:txBody>
          <a:bodyPr/>
          <a:lstStyle/>
          <a:p>
            <a:r>
              <a:rPr lang="en-GB" dirty="0"/>
              <a:t>Work breakdown (modules/tasks)</a:t>
            </a:r>
          </a:p>
          <a:p>
            <a:r>
              <a:rPr lang="en-GB" dirty="0"/>
              <a:t>Gantt Chart or Timeline (planned work)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A22C9-8B7C-465F-9CEE-02B5BE87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7B2D6-5787-4FC9-95CB-3413E50127E2}" type="datetime1">
              <a:rPr lang="en-GB" smtClean="0"/>
              <a:t>24/08/2026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C5014-8FE2-CAB3-0E09-E1C10810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D1E-A6E2-40BF-A6D2-325275A3A8B0}" type="slidenum">
              <a:rPr lang="en-GB" smtClean="0"/>
              <a:t>6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C49A1F-8C2E-3703-A318-18A36BDECBD9}"/>
              </a:ext>
            </a:extLst>
          </p:cNvPr>
          <p:cNvSpPr txBox="1">
            <a:spLocks/>
          </p:cNvSpPr>
          <p:nvPr/>
        </p:nvSpPr>
        <p:spPr>
          <a:xfrm>
            <a:off x="318044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Project Plan</a:t>
            </a:r>
          </a:p>
        </p:txBody>
      </p:sp>
    </p:spTree>
    <p:extLst>
      <p:ext uri="{BB962C8B-B14F-4D97-AF65-F5344CB8AC3E}">
        <p14:creationId xmlns:p14="http://schemas.microsoft.com/office/powerpoint/2010/main" val="91272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FB140-E450-C8DD-6DB2-70178590A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E3F33-6003-04B1-F878-243151585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29485"/>
          </a:xfrm>
        </p:spPr>
        <p:txBody>
          <a:bodyPr/>
          <a:lstStyle/>
          <a:p>
            <a:r>
              <a:rPr lang="en-GB" dirty="0"/>
              <a:t>Books, papers, websites followed for analysis/design</a:t>
            </a:r>
          </a:p>
          <a:p>
            <a:r>
              <a:rPr lang="en-GB" dirty="0"/>
              <a:t>Use APA  citation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B89E4-A318-7D07-AC1C-BD3908D1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A7482-0FA0-4ACC-9F0E-F681B72388BA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24/08/2026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24512-FF19-94BD-0A02-8516891A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293D1E-A6E2-40BF-A6D2-325275A3A8B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EA38EDB-FB3B-45B0-8775-0675A36A2A7C}"/>
              </a:ext>
            </a:extLst>
          </p:cNvPr>
          <p:cNvSpPr txBox="1">
            <a:spLocks/>
          </p:cNvSpPr>
          <p:nvPr/>
        </p:nvSpPr>
        <p:spPr>
          <a:xfrm>
            <a:off x="318044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07584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A60E076BF52D41B23257E2671F2C96" ma:contentTypeVersion="17" ma:contentTypeDescription="Create a new document." ma:contentTypeScope="" ma:versionID="4bfe6b04f26019075879e4c109461a0a">
  <xsd:schema xmlns:xsd="http://www.w3.org/2001/XMLSchema" xmlns:xs="http://www.w3.org/2001/XMLSchema" xmlns:p="http://schemas.microsoft.com/office/2006/metadata/properties" xmlns:ns2="6e70902a-82c4-4f84-b104-7a262b353fe7" xmlns:ns3="a7374157-d8d8-4361-854b-f191d77d24be" targetNamespace="http://schemas.microsoft.com/office/2006/metadata/properties" ma:root="true" ma:fieldsID="fda85c77d54a818b011186f935711c4e" ns2:_="" ns3:_="">
    <xsd:import namespace="6e70902a-82c4-4f84-b104-7a262b353fe7"/>
    <xsd:import namespace="a7374157-d8d8-4361-854b-f191d77d24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0902a-82c4-4f84-b104-7a262b353f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374157-d8d8-4361-854b-f191d77d24b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7e46f93-9310-4de5-8bba-215d74a7de30}" ma:internalName="TaxCatchAll" ma:showField="CatchAllData" ma:web="a7374157-d8d8-4361-854b-f191d77d24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70902a-82c4-4f84-b104-7a262b353fe7">
      <Terms xmlns="http://schemas.microsoft.com/office/infopath/2007/PartnerControls"/>
    </lcf76f155ced4ddcb4097134ff3c332f>
    <TaxCatchAll xmlns="a7374157-d8d8-4361-854b-f191d77d24be" xsi:nil="true"/>
  </documentManagement>
</p:properties>
</file>

<file path=customXml/itemProps1.xml><?xml version="1.0" encoding="utf-8"?>
<ds:datastoreItem xmlns:ds="http://schemas.openxmlformats.org/officeDocument/2006/customXml" ds:itemID="{6F7ECD67-13B0-4BC6-8857-64395F55F5D4}"/>
</file>

<file path=customXml/itemProps2.xml><?xml version="1.0" encoding="utf-8"?>
<ds:datastoreItem xmlns:ds="http://schemas.openxmlformats.org/officeDocument/2006/customXml" ds:itemID="{7304D5B0-49B0-4C0F-8787-84EC5800FE4E}"/>
</file>

<file path=customXml/itemProps3.xml><?xml version="1.0" encoding="utf-8"?>
<ds:datastoreItem xmlns:ds="http://schemas.openxmlformats.org/officeDocument/2006/customXml" ds:itemID="{A6958593-C458-4487-906C-E68BC7144BE3}"/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229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Project Title</vt:lpstr>
      <vt:lpstr>Problem Statement</vt:lpstr>
      <vt:lpstr>Objectives &amp; Scopes </vt:lpstr>
      <vt:lpstr>PowerPoint Presentation</vt:lpstr>
      <vt:lpstr>Literature Survey</vt:lpstr>
      <vt:lpstr>Project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SATHYAVATHI S</dc:creator>
  <cp:lastModifiedBy>SATHYAVATHI S</cp:lastModifiedBy>
  <cp:revision>5</cp:revision>
  <dcterms:created xsi:type="dcterms:W3CDTF">2025-07-29T15:54:35Z</dcterms:created>
  <dcterms:modified xsi:type="dcterms:W3CDTF">2026-08-24T11:46:02Z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0x010100D3A60E076BF52D41B23257E2671F2C96</vt:lpwstr>
  </property>
</Properties>
</file>